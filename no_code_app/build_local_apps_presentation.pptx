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0" y="457200"/>
            <a:ext cx="4114800" cy="4114800"/>
          </a:xfrm>
          <a:prstGeom prst="ellipse">
            <a:avLst/>
          </a:prstGeom>
          <a:solidFill>
            <a:srgbClr val="0F284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463040"/>
            <a:ext cx="1645920" cy="1645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9144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3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LOCAL APPS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173736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 AI ASSISTANCE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228600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834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Guide for Non-Technical Users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Single-Executable Desktop Applications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840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Coding Experience Required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IS THIS FOR?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64008" cy="14630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173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2801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Non-Technical People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508760" y="17373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or no programming experience who want to create tools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109728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1097280"/>
            <a:ext cx="64008" cy="14630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41732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715000" y="128016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 Business Owners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715000" y="17373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simple custom tools without hiring developers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288036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48640" y="2880360"/>
            <a:ext cx="64008" cy="14630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0040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30632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Teachers &amp; Students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1508760" y="35204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to automate tasks and learn through building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754880" y="2880360"/>
            <a:ext cx="37490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754880" y="2880360"/>
            <a:ext cx="64008" cy="14630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20040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715000" y="30632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Idea People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5715000" y="35204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app ideas but don’t know where to start coding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548640" y="4206240"/>
            <a:ext cx="8046720" cy="640080"/>
          </a:xfrm>
          <a:prstGeom prst="rect">
            <a:avLst/>
          </a:prstGeom>
          <a:solidFill>
            <a:srgbClr val="CFFAFE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297680"/>
            <a:ext cx="320040" cy="3200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280160" y="42062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describe WHAT you want. The AI writes HOW to make it. You package it into a single file.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BIG PICTURE — 6 SIMPLE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63524" y="1188720"/>
            <a:ext cx="640080" cy="640080"/>
          </a:xfrm>
          <a:prstGeom prst="ellipse">
            <a:avLst/>
          </a:prstGeom>
          <a:solidFill>
            <a:srgbClr val="0F2847"/>
          </a:solidFill>
          <a:ln/>
        </p:spPr>
      </p:sp>
      <p:sp>
        <p:nvSpPr>
          <p:cNvPr id="6" name="Text 4"/>
          <p:cNvSpPr/>
          <p:nvPr/>
        </p:nvSpPr>
        <p:spPr>
          <a:xfrm>
            <a:off x="763524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618488" y="150876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02920" y="1965960"/>
            <a:ext cx="116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8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125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what you want in plain English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07692" y="1188720"/>
            <a:ext cx="640080" cy="64008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2107692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962656" y="150876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847088" y="1965960"/>
            <a:ext cx="116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801368" y="2286000"/>
            <a:ext cx="125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creates the Python code for you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51860" y="1188720"/>
            <a:ext cx="640080" cy="64008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Text 14"/>
          <p:cNvSpPr/>
          <p:nvPr/>
        </p:nvSpPr>
        <p:spPr>
          <a:xfrm>
            <a:off x="345186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306824" y="150876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191256" y="1965960"/>
            <a:ext cx="116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145536" y="2286000"/>
            <a:ext cx="125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script and see if it works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96028" y="1188720"/>
            <a:ext cx="640080" cy="64008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4796028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650992" y="150876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4535424" y="1965960"/>
            <a:ext cx="116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89704" y="2286000"/>
            <a:ext cx="125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AI what to fix or change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40196" y="1188720"/>
            <a:ext cx="640080" cy="640080"/>
          </a:xfrm>
          <a:prstGeom prst="ellipse">
            <a:avLst/>
          </a:prstGeom>
          <a:solidFill>
            <a:srgbClr val="0F2847"/>
          </a:solidFill>
          <a:ln/>
        </p:spPr>
      </p:sp>
      <p:sp>
        <p:nvSpPr>
          <p:cNvPr id="26" name="Text 24"/>
          <p:cNvSpPr/>
          <p:nvPr/>
        </p:nvSpPr>
        <p:spPr>
          <a:xfrm>
            <a:off x="6140196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995160" y="150876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5879592" y="1965960"/>
            <a:ext cx="116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8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833872" y="2286000"/>
            <a:ext cx="125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it into a single .exe file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484364" y="1188720"/>
            <a:ext cx="640080" cy="64008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31" name="Text 29"/>
          <p:cNvSpPr/>
          <p:nvPr/>
        </p:nvSpPr>
        <p:spPr>
          <a:xfrm>
            <a:off x="7484364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223760" y="1965960"/>
            <a:ext cx="1161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178040" y="2286000"/>
            <a:ext cx="1252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to anyone — it just works!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3474720"/>
            <a:ext cx="8046720" cy="128016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" y="3611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IDEA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14400" y="40690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language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000" dirty="0"/>
          </a:p>
        </p:txBody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3794760"/>
            <a:ext cx="365760" cy="36576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3657600" y="3611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+ PYTHON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3657600" y="40690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generated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</a:t>
            </a:r>
            <a:endParaRPr lang="en-US" sz="1000" dirty="0"/>
          </a:p>
        </p:txBody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794760"/>
            <a:ext cx="365760" cy="365760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6400800" y="3611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SINGLE .EXE</a:t>
            </a:r>
            <a:endParaRPr lang="en-US" sz="1600" dirty="0"/>
          </a:p>
        </p:txBody>
      </p:sp>
      <p:sp>
        <p:nvSpPr>
          <p:cNvPr id="42" name="Text 38"/>
          <p:cNvSpPr/>
          <p:nvPr/>
        </p:nvSpPr>
        <p:spPr>
          <a:xfrm>
            <a:off x="6400800" y="40690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run!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 NEED BEFORE STARTING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free — takes just a few minutes to set up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8745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43000" y="1508760"/>
            <a:ext cx="685800" cy="685800"/>
          </a:xfrm>
          <a:prstGeom prst="ellipse">
            <a:avLst/>
          </a:prstGeom>
          <a:solidFill>
            <a:srgbClr val="CFFAF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1627632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3.13+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85800" y="26974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programming language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will use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" y="3383280"/>
            <a:ext cx="1600200" cy="27432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3383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python.org/downloads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651760" y="1280160"/>
            <a:ext cx="18745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46120" y="1508760"/>
            <a:ext cx="685800" cy="685800"/>
          </a:xfrm>
          <a:prstGeom prst="ellipse">
            <a:avLst/>
          </a:prstGeom>
          <a:solidFill>
            <a:srgbClr val="CFFAFE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1627632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8892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 Editor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2788920" y="26974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paste 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AI-generated code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788920" y="3383280"/>
            <a:ext cx="1600200" cy="27432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19" name="Text 15"/>
          <p:cNvSpPr/>
          <p:nvPr/>
        </p:nvSpPr>
        <p:spPr>
          <a:xfrm>
            <a:off x="2788920" y="3383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(free)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4754880" y="1280160"/>
            <a:ext cx="18745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349240" y="1508760"/>
            <a:ext cx="685800" cy="685800"/>
          </a:xfrm>
          <a:prstGeom prst="ellipse">
            <a:avLst/>
          </a:prstGeom>
          <a:solidFill>
            <a:srgbClr val="CFFAFE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627632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9204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4892040" y="26974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code for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in plain English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892040" y="3383280"/>
            <a:ext cx="1600200" cy="27432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26" name="Text 21"/>
          <p:cNvSpPr/>
          <p:nvPr/>
        </p:nvSpPr>
        <p:spPr>
          <a:xfrm>
            <a:off x="4892040" y="3383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/ Claude / Gemini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6858000" y="1280160"/>
            <a:ext cx="18745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7452360" y="1508760"/>
            <a:ext cx="685800" cy="685800"/>
          </a:xfrm>
          <a:prstGeom prst="ellipse">
            <a:avLst/>
          </a:prstGeom>
          <a:solidFill>
            <a:srgbClr val="CFFAFE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1232" y="1627632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99516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PyInstaller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995160" y="269748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your script into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.exe file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6995160" y="3383280"/>
            <a:ext cx="1600200" cy="27432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33" name="Text 27"/>
          <p:cNvSpPr/>
          <p:nvPr/>
        </p:nvSpPr>
        <p:spPr>
          <a:xfrm>
            <a:off x="6995160" y="33832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pyinstaller</a:t>
            </a:r>
            <a:endParaRPr lang="en-US" sz="900" dirty="0"/>
          </a:p>
        </p:txBody>
      </p:sp>
      <p:sp>
        <p:nvSpPr>
          <p:cNvPr id="34" name="Shape 28"/>
          <p:cNvSpPr/>
          <p:nvPr/>
        </p:nvSpPr>
        <p:spPr>
          <a:xfrm>
            <a:off x="548640" y="4160520"/>
            <a:ext cx="8046720" cy="6858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35" name="Shape 29"/>
          <p:cNvSpPr/>
          <p:nvPr/>
        </p:nvSpPr>
        <p:spPr>
          <a:xfrm>
            <a:off x="548640" y="4160520"/>
            <a:ext cx="64008" cy="6858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297680"/>
            <a:ext cx="320040" cy="32004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325880" y="416052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installing Python, always check “Add Python to PATH” — this is critical!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RECOMMENDED TECHNOLOGY STACK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39319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Component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Tool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Why</a:t>
                      </a:r>
                      <a:endParaRPr lang="en-US" sz="13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Easiest for AI to generate; huge library support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tkinter (built-in)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Included with Python; no extra install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Modern 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Flet (optional)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Beautiful Flutter-based interfaces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PyInstaller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command to create a single .exe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/ JSON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into Python; everything stays local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PYTHON + TKINTER?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023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Built-in with Python — zero extra setup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assistants excel at generating this code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Works on Windows, macOS, and Linux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93776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WANT A MODERN LOOK?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937760" y="4023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Flet — creates Flutter-based UIs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pip install flet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packages with PyInstaller!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20040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3444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DESCRIBE YOUR APP IDEA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PROMPT FORMULA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4114800" cy="3200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want to build a desktop app that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[MAIN PURPOSE].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app should: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[Feature 1]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[Feature 2]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[Feature 3]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requirements: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Python with tkinter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Store data in SQLite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Must work offline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Single .py file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PyInstaller compatible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TIPS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0" y="1463040"/>
            <a:ext cx="320040" cy="32004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508760"/>
            <a:ext cx="228600" cy="2286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532120" y="1417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 Specific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532120" y="17373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“make a tracker”, say what data fields and features you need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029200" y="2267712"/>
            <a:ext cx="320040" cy="32004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313432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32120" y="22219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Include Requirements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532120" y="25420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specify Python, tkinter, single file, SQLite, PyInstaller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029200" y="3072384"/>
            <a:ext cx="320040" cy="32004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118104"/>
            <a:ext cx="228600" cy="2286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532120" y="30266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 Like a User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5532120" y="334670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what the app looks and feels like to someone using it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029200" y="3877056"/>
            <a:ext cx="320040" cy="32004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922776"/>
            <a:ext cx="228600" cy="2286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32120" y="38313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Iterate!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532120" y="415137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version won’t be perfect. Refine by telling AI what to change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2004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20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320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GENERATES CODE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005840"/>
            <a:ext cx="384048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09728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Send your prompt to the AI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responds with Python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Copy ALL the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Paste into a new file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Save as my_app.py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32004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320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394960" y="320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YOUR APP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384048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37760" y="1143000"/>
            <a:ext cx="347472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5074920" y="11887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cd C:\MyApps\my_project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python my_app.py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window appears!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out and note anything to fix.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80467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00400"/>
            <a:ext cx="64008" cy="16459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291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SOMETHING GOES WRONG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2960" y="3703320"/>
            <a:ext cx="749808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74904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ran the code and got this error: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[paste the error message here]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Please fix and give me the COMPLETE updated code.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32004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20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88720" y="320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 INTO A SINGLE FILE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MAGIC COMMAND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804672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1732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pyinstaller --onefile --windowed my_app.py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1874520" cy="12344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286000"/>
            <a:ext cx="187452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231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--onefile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everything into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.exe file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51760" y="2286000"/>
            <a:ext cx="1874520" cy="12344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Shape 12"/>
          <p:cNvSpPr/>
          <p:nvPr/>
        </p:nvSpPr>
        <p:spPr>
          <a:xfrm>
            <a:off x="2651760" y="2286000"/>
            <a:ext cx="187452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24231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--windowed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0" y="27889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the black console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(GUI apps)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1874520" cy="12344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8" name="Shape 16"/>
          <p:cNvSpPr/>
          <p:nvPr/>
        </p:nvSpPr>
        <p:spPr>
          <a:xfrm>
            <a:off x="4754880" y="2286000"/>
            <a:ext cx="1874520" cy="36576"/>
          </a:xfrm>
          <a:prstGeom prst="rect">
            <a:avLst/>
          </a:prstGeom>
          <a:solidFill>
            <a:srgbClr val="0F2847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24231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--icon=x.ico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46320" y="27889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custom icon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your .exe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58000" y="2286000"/>
            <a:ext cx="1874520" cy="12344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2" name="Shape 20"/>
          <p:cNvSpPr/>
          <p:nvPr/>
        </p:nvSpPr>
        <p:spPr>
          <a:xfrm>
            <a:off x="6858000" y="2286000"/>
            <a:ext cx="1874520" cy="36576"/>
          </a:xfrm>
          <a:prstGeom prst="rect">
            <a:avLst/>
          </a:prstGeom>
          <a:solidFill>
            <a:srgbClr val="0F2847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0" y="24231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--name=MyApp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49440" y="278892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custom name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output file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79476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794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88720" y="3794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SHARE YOUR APP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188720" y="4251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drive  •  Email (zip it)  •  Cloud storage  •  Local network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88720" y="4572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.exe will be in the dist/ folder inside your project directory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PROMPT TEMPLATES — COPY &amp; CUSTOMIZE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393192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188720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261872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1143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Entry / Records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371600" y="14173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inventory, contacts,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with search &amp; export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31520" y="1874520"/>
            <a:ext cx="3566160" cy="7772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90195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"Build a Python app for tracking inventory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fields: name, quantity, price, category.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Add, edit, delete, filter, export to CSV."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754880" y="1005840"/>
            <a:ext cx="393192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937760" y="1188720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261872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77840" y="1143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File Processing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577840" y="14173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rename, convert, 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 files automatically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937760" y="1874520"/>
            <a:ext cx="3566160" cy="7772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8" name="Text 14"/>
          <p:cNvSpPr/>
          <p:nvPr/>
        </p:nvSpPr>
        <p:spPr>
          <a:xfrm>
            <a:off x="5029200" y="190195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"Build an app that lets me select a folder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batch rename files with date prefixes.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 progress and a log of changes."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548640" y="2971800"/>
            <a:ext cx="393192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27832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371600" y="3108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Calculator / Converter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37160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calculations, unit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conversions, business formulas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731520" y="3840480"/>
            <a:ext cx="3566160" cy="7772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5" name="Text 20"/>
          <p:cNvSpPr/>
          <p:nvPr/>
        </p:nvSpPr>
        <p:spPr>
          <a:xfrm>
            <a:off x="822960" y="386791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"Build a tip calculator app with fields for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 amount, tip %, and number of people.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 per-person amount with copy button."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754880" y="2971800"/>
            <a:ext cx="393192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4937760" y="3154680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227832"/>
            <a:ext cx="365760" cy="36576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577840" y="3108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 / Viewer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557784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View, filter, and sort data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CSV, Excel, or databases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937760" y="3840480"/>
            <a:ext cx="3566160" cy="7772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2" name="Text 26"/>
          <p:cNvSpPr/>
          <p:nvPr/>
        </p:nvSpPr>
        <p:spPr>
          <a:xfrm>
            <a:off x="5029200" y="386791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"Build an app that opens CSV files and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shows data in a sortable table with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search, filter, and basic stats."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TROUBLESHOOTING COMMON ISSUES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14400"/>
          <a:ext cx="8046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28600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Problem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Likely Cause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Solution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"python is not recognized"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not in PATH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Reinstall with "Add to PATH" checked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"ModuleNotFoundError"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library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Run: pip install [library-name]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opens &amp; closes instantly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Startup 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from command line to see 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.exe blocked by antivirus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positive (common)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exception in antivirus settings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.exe is very large (100MB+)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many libraries bundled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a virtual environment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E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can’t find data files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Paths break in .exe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AI for sys._MEIPASS fix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794760"/>
            <a:ext cx="8046720" cy="1005840"/>
          </a:xfrm>
          <a:prstGeom prst="rect">
            <a:avLst/>
          </a:prstGeom>
          <a:solidFill>
            <a:srgbClr val="CFFAF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97764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38862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GOLDEN RULE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17320" y="42519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exact error message → Paste it to the AI → Ask for the complete fixed code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APPS YOU CAN BUILD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18745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05840"/>
            <a:ext cx="187452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188720"/>
            <a:ext cx="1600200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18872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Beginner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64592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Password Generator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651760" y="1005840"/>
            <a:ext cx="18745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51760" y="1005840"/>
            <a:ext cx="187452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Shape 10"/>
          <p:cNvSpPr/>
          <p:nvPr/>
        </p:nvSpPr>
        <p:spPr>
          <a:xfrm>
            <a:off x="2788920" y="1188720"/>
            <a:ext cx="1600200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2788920" y="118872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Beginner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88920" y="164592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 Converter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1005840"/>
            <a:ext cx="18745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1005840"/>
            <a:ext cx="187452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Shape 15"/>
          <p:cNvSpPr/>
          <p:nvPr/>
        </p:nvSpPr>
        <p:spPr>
          <a:xfrm>
            <a:off x="4892040" y="1188720"/>
            <a:ext cx="1600200" cy="3200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118872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Intermediate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92040" y="164592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Expense Tracker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0" y="1005840"/>
            <a:ext cx="18745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0" y="1005840"/>
            <a:ext cx="187452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2" name="Shape 20"/>
          <p:cNvSpPr/>
          <p:nvPr/>
        </p:nvSpPr>
        <p:spPr>
          <a:xfrm>
            <a:off x="6995160" y="1188720"/>
            <a:ext cx="1600200" cy="3200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6995160" y="118872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Intermediate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995160" y="164592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Invoice Generator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2880360"/>
            <a:ext cx="18745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2880360"/>
            <a:ext cx="187452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Shape 25"/>
          <p:cNvSpPr/>
          <p:nvPr/>
        </p:nvSpPr>
        <p:spPr>
          <a:xfrm>
            <a:off x="685800" y="3063240"/>
            <a:ext cx="1600200" cy="3200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" y="30632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Intermediate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5800" y="352044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File Renamer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651760" y="2880360"/>
            <a:ext cx="18745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651760" y="2880360"/>
            <a:ext cx="187452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Shape 30"/>
          <p:cNvSpPr/>
          <p:nvPr/>
        </p:nvSpPr>
        <p:spPr>
          <a:xfrm>
            <a:off x="2788920" y="3063240"/>
            <a:ext cx="1600200" cy="3200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/>
          <p:nvPr/>
        </p:nvSpPr>
        <p:spPr>
          <a:xfrm>
            <a:off x="2788920" y="30632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Intermediate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788920" y="352044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 / Flashcards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754880" y="2880360"/>
            <a:ext cx="18745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54880" y="2880360"/>
            <a:ext cx="187452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2040" y="3063240"/>
            <a:ext cx="1600200" cy="3200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8" name="Text 36"/>
          <p:cNvSpPr/>
          <p:nvPr/>
        </p:nvSpPr>
        <p:spPr>
          <a:xfrm>
            <a:off x="4892040" y="30632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Intermediate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92040" y="352044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CSV Data Viewer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858000" y="2880360"/>
            <a:ext cx="187452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858000" y="2880360"/>
            <a:ext cx="1874520" cy="36576"/>
          </a:xfrm>
          <a:prstGeom prst="rect">
            <a:avLst/>
          </a:prstGeom>
          <a:solidFill>
            <a:srgbClr val="0F2847"/>
          </a:solidFill>
          <a:ln/>
        </p:spPr>
      </p:sp>
      <p:sp>
        <p:nvSpPr>
          <p:cNvPr id="42" name="Shape 40"/>
          <p:cNvSpPr/>
          <p:nvPr/>
        </p:nvSpPr>
        <p:spPr>
          <a:xfrm>
            <a:off x="6995160" y="3063240"/>
            <a:ext cx="1600200" cy="320040"/>
          </a:xfrm>
          <a:prstGeom prst="rect">
            <a:avLst/>
          </a:prstGeom>
          <a:solidFill>
            <a:srgbClr val="0F2847"/>
          </a:solidFill>
          <a:ln/>
        </p:spPr>
      </p:sp>
      <p:sp>
        <p:nvSpPr>
          <p:cNvPr id="43" name="Text 41"/>
          <p:cNvSpPr/>
          <p:nvPr/>
        </p:nvSpPr>
        <p:spPr>
          <a:xfrm>
            <a:off x="6995160" y="30632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995160" y="352044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Markdown Notes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 REFERENCE CHEAT SHEET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ESSENTIAL COMMANDS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4114800" cy="640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3258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my_app.py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46120" y="132588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your app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4114800" cy="640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103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[pkg]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46120" y="210312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 library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4114800" cy="640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880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pyinstaller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46120" y="288036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packager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4114800" cy="640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6576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pyinstaller --onefile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--windowed app.py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46120" y="3657600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.exe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PROMPTING TIPS</a:t>
            </a:r>
            <a:endParaRPr lang="en-US" sz="14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417320"/>
            <a:ext cx="228600" cy="2286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30352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 about data fields and features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920240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303520" y="1874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include technical requirements</a:t>
            </a:r>
            <a:endParaRPr lang="en-US" sz="11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2423160"/>
            <a:ext cx="228600" cy="2286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30352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the COMPLETE code, not just changes</a:t>
            </a:r>
            <a:endParaRPr lang="en-US" sz="11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926080"/>
            <a:ext cx="228600" cy="2286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303520" y="2880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step by step — basic version first</a:t>
            </a:r>
            <a:endParaRPr lang="en-US" sz="110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429000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303520" y="3383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exact error messages with the AI</a:t>
            </a:r>
            <a:endParaRPr lang="en-US" sz="110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931920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303520" y="3886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as .py before packaging to .exe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2514600" y="457200"/>
            <a:ext cx="4114800" cy="4114800"/>
          </a:xfrm>
          <a:prstGeom prst="ellipse">
            <a:avLst/>
          </a:prstGeom>
          <a:solidFill>
            <a:srgbClr val="0F284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14400"/>
            <a:ext cx="1188720" cy="1188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YOU’VE GOT THIS!</a:t>
            </a:r>
            <a:endParaRPr lang="en-US" sz="3800" dirty="0"/>
          </a:p>
        </p:txBody>
      </p:sp>
      <p:sp>
        <p:nvSpPr>
          <p:cNvPr id="7" name="Shape 4"/>
          <p:cNvSpPr/>
          <p:nvPr/>
        </p:nvSpPr>
        <p:spPr>
          <a:xfrm>
            <a:off x="3429000" y="3063240"/>
            <a:ext cx="228600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does the coding.</a:t>
            </a:r>
            <a:endParaRPr lang="en-US" sz="1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the thinking.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71600" y="4114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clearly  •  Test often  •  Don’t be afraid to ask for changes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Local Apps with AI Assistance</dc:title>
  <dc:subject>PptxGenJS Presentation</dc:subject>
  <dc:creator>Pedro</dc:creator>
  <cp:lastModifiedBy>Pedro</cp:lastModifiedBy>
  <cp:revision>1</cp:revision>
  <dcterms:created xsi:type="dcterms:W3CDTF">2026-02-27T23:00:04Z</dcterms:created>
  <dcterms:modified xsi:type="dcterms:W3CDTF">2026-02-27T23:00:04Z</dcterms:modified>
</cp:coreProperties>
</file>