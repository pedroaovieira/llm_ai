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F28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6304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914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LOCAL APPS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AI ASSISTANCE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834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for Non-Technical Users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Single-Executable Desktop Applications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Coding Experience Required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THIS FOR?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280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Non-Technical People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7373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programming experience who want to create tools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280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Business Owners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0" y="17373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simple custom tools without hiring developers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88036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2880360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 &amp; Students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08760" y="3520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automate tasks and learn through building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880360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004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063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People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715000" y="3520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app ideas but don’t know where to start coding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CFFA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4206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want. The AI writes HOW to make it. You package it into a single file.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 — 6 SIMPLE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3524" y="1188720"/>
            <a:ext cx="640080" cy="64008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18488" y="15087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8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you want in plain English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7692" y="11887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107692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962656" y="15087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47088" y="19659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01368" y="228600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the Python code for you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51860" y="118872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4518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06824" y="15087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191256" y="19659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45536" y="228600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 and see if it works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96028" y="11887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96028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650992" y="15087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35424" y="19659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9704" y="228600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AI what to fix or change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0196" y="1188720"/>
            <a:ext cx="640080" cy="64008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26" name="Text 24"/>
          <p:cNvSpPr/>
          <p:nvPr/>
        </p:nvSpPr>
        <p:spPr>
          <a:xfrm>
            <a:off x="6140196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995160" y="15087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879592" y="19659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8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33872" y="228600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into a single .exe 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84364" y="118872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7484364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196596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228600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to anyone — it just works!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IDEA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794760"/>
            <a:ext cx="365760" cy="36576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6576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+ PYTHON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6576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00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794760"/>
            <a:ext cx="365760" cy="36576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4008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.EXE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64008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 BEFORE STARTING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 — takes just a few minutes to set 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508760"/>
            <a:ext cx="685800" cy="685800"/>
          </a:xfrm>
          <a:prstGeom prst="ellipse">
            <a:avLst/>
          </a:prstGeom>
          <a:solidFill>
            <a:srgbClr val="CFF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6276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3.11+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697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will use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3383280"/>
            <a:ext cx="1600200" cy="27432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python.org/downloads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51760" y="128016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508760"/>
            <a:ext cx="685800" cy="685800"/>
          </a:xfrm>
          <a:prstGeom prst="ellipse">
            <a:avLst/>
          </a:prstGeom>
          <a:solidFill>
            <a:srgbClr val="CFFAF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2763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889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Editor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788920" y="2697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paste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AI-generated code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88920" y="3383280"/>
            <a:ext cx="1600200" cy="27432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9" name="Text 15"/>
          <p:cNvSpPr/>
          <p:nvPr/>
        </p:nvSpPr>
        <p:spPr>
          <a:xfrm>
            <a:off x="278892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(free)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54880" y="128016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49240" y="1508760"/>
            <a:ext cx="685800" cy="685800"/>
          </a:xfrm>
          <a:prstGeom prst="ellipse">
            <a:avLst/>
          </a:prstGeom>
          <a:solidFill>
            <a:srgbClr val="CFFAF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62763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920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892040" y="2697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code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 plain English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92040" y="3383280"/>
            <a:ext cx="1600200" cy="27432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6" name="Text 21"/>
          <p:cNvSpPr/>
          <p:nvPr/>
        </p:nvSpPr>
        <p:spPr>
          <a:xfrm>
            <a:off x="489204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858000" y="128016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52360" y="1508760"/>
            <a:ext cx="685800" cy="685800"/>
          </a:xfrm>
          <a:prstGeom prst="ellipse">
            <a:avLst/>
          </a:prstGeom>
          <a:solidFill>
            <a:srgbClr val="CFFAF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627632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9516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PyInstaller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995160" y="2697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your script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.exe file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995160" y="3383280"/>
            <a:ext cx="1600200" cy="27432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33" name="Text 27"/>
          <p:cNvSpPr/>
          <p:nvPr/>
        </p:nvSpPr>
        <p:spPr>
          <a:xfrm>
            <a:off x="699516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pyinstaller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Shape 29"/>
          <p:cNvSpPr/>
          <p:nvPr/>
        </p:nvSpPr>
        <p:spPr>
          <a:xfrm>
            <a:off x="548640" y="4160520"/>
            <a:ext cx="64008" cy="685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25880" y="4160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installing Python, always check “Add Python to PATH” — this is critical!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TECHNOLOGY STACK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Component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Tool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Easiest for AI to generate; huge library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 (built-in)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with Python; no extra 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Flet (optional)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 Flutter-based interfaces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PyInstaller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command to create a single .exe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/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Python; everything stays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PYTHON + TKINTER?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with Python — zero extra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assistants excel at generating this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on Windows, macOS, and Linux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WANT A MODERN LOOK?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4023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Flet — creates Flutter-based UIs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pip install flet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packages with PyInstaller!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YOUR APP IDEA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PROMPT FORMULA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want to build a desktop app that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PURPOSE].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app should: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[Feature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[Feature 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[Feature 3]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requirements: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Python with tkinter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Store data in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Must work offline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Single .py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PyInstaller compatible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TIPS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0876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321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3212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“make a tracker”, say what data fields and features you need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226771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31343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2221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 Requirements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32120" y="2542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Python, tkinter, single file, SQLite, PyInstaller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0" y="3072384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118104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3026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Like a User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532120" y="33467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the app looks and feels like to someone using it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0" y="387705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92277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Iterate!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32120" y="41513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version won’t be perfect. Refine by telling AI what to change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20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GENERATES CODE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97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Send your prompt to the AI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responds with Python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Copy ALL the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Paste into a new file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Save as my_app.py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320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320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YOUR APP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143000"/>
            <a:ext cx="34747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cd C:\MyApps\my_project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python my_app.py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window appears!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 and note anything to fix.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64008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SOMETHING GOES WRONG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3703320"/>
            <a:ext cx="74980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7490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ran the code and got this error: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[paste the error message here]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fix and give me the COMPLETE updated code.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INTO A SINGLE FILE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MAGIC COMMAND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 --onefile --windowed my_app.py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87452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8600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--onefile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everything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.exe 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286000"/>
            <a:ext cx="187452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228600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--windowed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788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black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(GUI apps)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187452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286000"/>
            <a:ext cx="1874520" cy="36576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--icon=x.ico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788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 icon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.exe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286000"/>
            <a:ext cx="187452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2286000"/>
            <a:ext cx="1874520" cy="36576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--name=MyApp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788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custom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output file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YOUR APP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8872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  •  Email (zip it)  •  Cloud storage  •  Local network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.exe will be in the dist/ folder inside your project directory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TEMPLATES — COPY &amp; CUSTOMIZE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618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Entry / Records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inventory, contacts,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with search &amp; export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874520"/>
            <a:ext cx="3566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9019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Python app for tracking inventory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fields: name, quantity, price, category.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Add, edit, delete, filter, export to CSV."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188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26187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Processing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7784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rename, convert,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files automatically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937760" y="1874520"/>
            <a:ext cx="3566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19019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an app that lets me select a folder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batch rename files with date prefixes.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progress and a log of changes."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48640" y="297180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2783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Calculator / Converter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calculations, unit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conversions, business formulas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31520" y="3840480"/>
            <a:ext cx="3566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38679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tip calculator app with fields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 amount, tip %, and number of people.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per-person amount with copy button."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754880" y="297180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937760" y="315468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27832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/ Viewer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57784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filter, and sort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CSV, Excel, or databases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937760" y="3840480"/>
            <a:ext cx="3566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26"/>
          <p:cNvSpPr/>
          <p:nvPr/>
        </p:nvSpPr>
        <p:spPr>
          <a:xfrm>
            <a:off x="5029200" y="38679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an app that opens CSV files and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 data in a sortable table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search, filter, and basic stats."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 COMMON ISSUES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Problem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Likely Cause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Solution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"python is not recognized"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not in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Reinstall with "Add to PATH" checked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"ModuleNotFoundError"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Run: pip install [library-name]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opens &amp; closes instantly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from command line to see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.exe blocked by antivirus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(common)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exception in antivirus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.exe is very large (100MB+)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libraries bundled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virtual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can’t find data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Paths break in .exe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AI for sys._MEIPASS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94760"/>
            <a:ext cx="8046720" cy="1005840"/>
          </a:xfrm>
          <a:prstGeom prst="rect">
            <a:avLst/>
          </a:prstGeom>
          <a:solidFill>
            <a:srgbClr val="CFFA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776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3886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GOLDEN RULE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4251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exact error message → Paste it to the AI → Ask for the complete fixed code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APPS YOU CAN BUILD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1874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188720"/>
            <a:ext cx="16002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Generator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005840"/>
            <a:ext cx="1874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1188720"/>
            <a:ext cx="16002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1645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Converter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188720"/>
            <a:ext cx="16002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645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Tracker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100584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00584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1188720"/>
            <a:ext cx="16002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6459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 Generator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88036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063240"/>
            <a:ext cx="16002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063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Renamer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51760" y="288036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51760" y="288036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2788920" y="3063240"/>
            <a:ext cx="16002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2788920" y="3063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8892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/ Flashcards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880360"/>
            <a:ext cx="1874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063240"/>
            <a:ext cx="16002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063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Data Viewer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0" y="2880360"/>
            <a:ext cx="1874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0" y="2880360"/>
            <a:ext cx="1874520" cy="36576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42" name="Shape 40"/>
          <p:cNvSpPr/>
          <p:nvPr/>
        </p:nvSpPr>
        <p:spPr>
          <a:xfrm>
            <a:off x="6995160" y="3063240"/>
            <a:ext cx="1600200" cy="32004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43" name="Text 41"/>
          <p:cNvSpPr/>
          <p:nvPr/>
        </p:nvSpPr>
        <p:spPr>
          <a:xfrm>
            <a:off x="6995160" y="3063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9516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Notes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CHEAT SHEET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COMMANDS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114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my_app.py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1325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4114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[pkg]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2103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library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4114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pyinstaller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2880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packager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4114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 --onefile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--windowed app.py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.exe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PROMPTING TIPS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17320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035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data fields and features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technical requirements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2316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0352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COMPLETE code, not just changes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92608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step by step — basic version first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290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exact error messages with the AI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93192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035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as .py before packaging to .exe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57200"/>
            <a:ext cx="4114800" cy="4114800"/>
          </a:xfrm>
          <a:prstGeom prst="ellipse">
            <a:avLst/>
          </a:prstGeom>
          <a:solidFill>
            <a:srgbClr val="0F28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YOU’VE GOT THIS!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3429000" y="3063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the coding.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the thinking.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clearly  •  Test often  •  Don’t be afraid to ask for changes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Local Apps with AI Assistance</dc:title>
  <dc:subject>PptxGenJS Presentation</dc:subject>
  <dc:creator>Pedro</dc:creator>
  <cp:lastModifiedBy>Pedro</cp:lastModifiedBy>
  <cp:revision>1</cp:revision>
  <dcterms:created xsi:type="dcterms:W3CDTF">2026-02-27T18:29:01Z</dcterms:created>
  <dcterms:modified xsi:type="dcterms:W3CDTF">2026-02-27T18:29:01Z</dcterms:modified>
</cp:coreProperties>
</file>