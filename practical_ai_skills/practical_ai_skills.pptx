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image" Target="../media/image-17-5.png"/><Relationship Id="rId6" Type="http://schemas.openxmlformats.org/officeDocument/2006/relationships/image" Target="../media/image-17-6.png"/><Relationship Id="rId7" Type="http://schemas.openxmlformats.org/officeDocument/2006/relationships/image" Target="../media/image-17-7.png"/><Relationship Id="rId8" Type="http://schemas.openxmlformats.org/officeDocument/2006/relationships/image" Target="../media/image-17-8.png"/><Relationship Id="rId9" Type="http://schemas.openxmlformats.org/officeDocument/2006/relationships/image" Target="../media/image-17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5486400" cy="5486400"/>
          </a:xfrm>
          <a:prstGeom prst="ellipse">
            <a:avLst/>
          </a:prstGeom>
          <a:solidFill>
            <a:srgbClr val="16213E">
              <a:alpha val="5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943600" y="2743200"/>
            <a:ext cx="4572000" cy="4572000"/>
          </a:xfrm>
          <a:prstGeom prst="ellipse">
            <a:avLst/>
          </a:prstGeom>
          <a:solidFill>
            <a:srgbClr val="0D9488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315200" y="-914400"/>
            <a:ext cx="2743200" cy="2743200"/>
          </a:xfrm>
          <a:prstGeom prst="ellipse">
            <a:avLst/>
          </a:prstGeom>
          <a:solidFill>
            <a:srgbClr val="E94560">
              <a:alpha val="2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097280"/>
            <a:ext cx="7680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Practical AI Skills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1371600" y="228600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Beginner-Friendly Guide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371600" y="310896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to use AI tools for everyday tasks — no coding required</a:t>
            </a:r>
            <a:endParaRPr lang="en-US" sz="14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60520" y="3749040"/>
            <a:ext cx="822960" cy="8229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0" y="47548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18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621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You’ll Learn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384048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37160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25880" y="128016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Creating Images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presentations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4754880" y="1188720"/>
            <a:ext cx="384048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371600"/>
            <a:ext cx="457200" cy="4572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532120" y="128016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Presentations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scratch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548640" y="2148840"/>
            <a:ext cx="384048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331720"/>
            <a:ext cx="457200" cy="45720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325880" y="224028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Fetching Data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organizing it</a:t>
            </a:r>
            <a:endParaRPr lang="en-US" sz="1400" dirty="0"/>
          </a:p>
        </p:txBody>
      </p:sp>
      <p:sp>
        <p:nvSpPr>
          <p:cNvPr id="13" name="Shape 8"/>
          <p:cNvSpPr/>
          <p:nvPr/>
        </p:nvSpPr>
        <p:spPr>
          <a:xfrm>
            <a:off x="4754880" y="2148840"/>
            <a:ext cx="384048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2331720"/>
            <a:ext cx="457200" cy="45720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5532120" y="224028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Emails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messages</a:t>
            </a:r>
            <a:endParaRPr lang="en-US" sz="1400" dirty="0"/>
          </a:p>
        </p:txBody>
      </p:sp>
      <p:sp>
        <p:nvSpPr>
          <p:cNvPr id="16" name="Shape 10"/>
          <p:cNvSpPr/>
          <p:nvPr/>
        </p:nvSpPr>
        <p:spPr>
          <a:xfrm>
            <a:off x="548640" y="3108960"/>
            <a:ext cx="384048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3291840"/>
            <a:ext cx="457200" cy="45720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325880" y="32004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Summarizing Documents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content</a:t>
            </a:r>
            <a:endParaRPr lang="en-US" sz="1400" dirty="0"/>
          </a:p>
        </p:txBody>
      </p:sp>
      <p:sp>
        <p:nvSpPr>
          <p:cNvPr id="19" name="Shape 12"/>
          <p:cNvSpPr/>
          <p:nvPr/>
        </p:nvSpPr>
        <p:spPr>
          <a:xfrm>
            <a:off x="4754880" y="3108960"/>
            <a:ext cx="384048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37760" y="3291840"/>
            <a:ext cx="457200" cy="457200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5532120" y="32004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Automations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daily tasks</a:t>
            </a:r>
            <a:endParaRPr lang="en-US" sz="1400" dirty="0"/>
          </a:p>
        </p:txBody>
      </p:sp>
      <p:sp>
        <p:nvSpPr>
          <p:cNvPr id="22" name="Shape 14"/>
          <p:cNvSpPr/>
          <p:nvPr/>
        </p:nvSpPr>
        <p:spPr>
          <a:xfrm>
            <a:off x="548640" y="4069080"/>
            <a:ext cx="384048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pic>
        <p:nvPicPr>
          <p:cNvPr id="2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1520" y="4251960"/>
            <a:ext cx="457200" cy="457200"/>
          </a:xfrm>
          <a:prstGeom prst="rect">
            <a:avLst/>
          </a:prstGeom>
        </p:spPr>
      </p:pic>
      <p:sp>
        <p:nvSpPr>
          <p:cNvPr id="24" name="Text 15"/>
          <p:cNvSpPr/>
          <p:nvPr/>
        </p:nvSpPr>
        <p:spPr>
          <a:xfrm>
            <a:off x="1325880" y="416052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Assistance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research</a:t>
            </a:r>
            <a:endParaRPr lang="en-US" sz="1400" dirty="0"/>
          </a:p>
        </p:txBody>
      </p:sp>
      <p:sp>
        <p:nvSpPr>
          <p:cNvPr id="25" name="Shape 16"/>
          <p:cNvSpPr/>
          <p:nvPr/>
        </p:nvSpPr>
        <p:spPr>
          <a:xfrm>
            <a:off x="4754880" y="4069080"/>
            <a:ext cx="384048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pic>
        <p:nvPicPr>
          <p:cNvPr id="26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37760" y="4251960"/>
            <a:ext cx="457200" cy="457200"/>
          </a:xfrm>
          <a:prstGeom prst="rect">
            <a:avLst/>
          </a:prstGeom>
        </p:spPr>
      </p:pic>
      <p:sp>
        <p:nvSpPr>
          <p:cNvPr id="27" name="Text 17"/>
          <p:cNvSpPr/>
          <p:nvPr/>
        </p:nvSpPr>
        <p:spPr>
          <a:xfrm>
            <a:off x="5532120" y="416052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Prompts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tips and tricks</a:t>
            </a:r>
            <a:endParaRPr lang="en-US" sz="1400" dirty="0"/>
          </a:p>
        </p:txBody>
      </p:sp>
      <p:sp>
        <p:nvSpPr>
          <p:cNvPr id="28" name="Text 18"/>
          <p:cNvSpPr/>
          <p:nvPr/>
        </p:nvSpPr>
        <p:spPr>
          <a:xfrm>
            <a:off x="0" y="47548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21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Does AI Chat Work?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of AI as a very smart assistant. You give it instructions (a “prompt”), and it gives you a response. The better your instructions, the better the result.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920240"/>
            <a:ext cx="256032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417320" y="2103120"/>
            <a:ext cx="640080" cy="64008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7" name="Text 5"/>
          <p:cNvSpPr/>
          <p:nvPr/>
        </p:nvSpPr>
        <p:spPr>
          <a:xfrm>
            <a:off x="1417320" y="2103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40080" y="28803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Write a Prompt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32918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what you need in plain language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91840" y="1920240"/>
            <a:ext cx="256032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251960" y="2103120"/>
            <a:ext cx="640080" cy="64008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2" name="Text 10"/>
          <p:cNvSpPr/>
          <p:nvPr/>
        </p:nvSpPr>
        <p:spPr>
          <a:xfrm>
            <a:off x="4251960" y="2103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3474720" y="28803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Processes It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474720" y="32918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understands context, intent, and details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126480" y="1920240"/>
            <a:ext cx="256032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086600" y="2103120"/>
            <a:ext cx="640080" cy="64008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7" name="Text 15"/>
          <p:cNvSpPr/>
          <p:nvPr/>
        </p:nvSpPr>
        <p:spPr>
          <a:xfrm>
            <a:off x="7086600" y="2103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309360" y="28803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Get a Result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309360" y="32918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Text, data, ideas, or formatted content</a:t>
            </a:r>
            <a:endParaRPr lang="en-US" sz="1200" dirty="0"/>
          </a:p>
        </p:txBody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88920" y="2651760"/>
            <a:ext cx="320040" cy="320040"/>
          </a:xfrm>
          <a:prstGeom prst="rect">
            <a:avLst/>
          </a:prstGeom>
        </p:spPr>
      </p:pic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3560" y="2651760"/>
            <a:ext cx="320040" cy="32004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Popular AI Tools: Claude (claude.ai)  •  ChatGPT  •  Microsoft Copilot  •  Google Gemini</a:t>
            </a:r>
            <a:endParaRPr lang="en-US" sz="1100" dirty="0"/>
          </a:p>
        </p:txBody>
      </p:sp>
      <p:sp>
        <p:nvSpPr>
          <p:cNvPr id="23" name="Text 19"/>
          <p:cNvSpPr/>
          <p:nvPr/>
        </p:nvSpPr>
        <p:spPr>
          <a:xfrm>
            <a:off x="0" y="47548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3657600" cy="3657600"/>
          </a:xfrm>
          <a:prstGeom prst="ellipse">
            <a:avLst/>
          </a:prstGeom>
          <a:solidFill>
            <a:srgbClr val="0F3460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3200400"/>
            <a:ext cx="3200400" cy="3200400"/>
          </a:xfrm>
          <a:prstGeom prst="ellipse">
            <a:avLst/>
          </a:prstGeom>
          <a:solidFill>
            <a:srgbClr val="0D9488">
              <a:alpha val="30000"/>
            </a:srgbClr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23360" y="914400"/>
            <a:ext cx="1097280" cy="10972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0" y="219456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Creating Images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1371600" y="320040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visuals for your presentations in seconds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0" y="47548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F8C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1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Image Generation — Prompts That Work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822960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960120"/>
            <a:ext cx="64008" cy="12344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00584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Cover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1307592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“Create a professional illustration for a presentation about cybersecurity. Modern flat design, blue and white tones, shield protecting a laptop. No text.”</a:t>
            </a:r>
            <a:endParaRPr lang="en-US" sz="11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828800"/>
            <a:ext cx="201168" cy="20116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05840" y="181051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specify style, colors, and “no text”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57200" y="2331720"/>
            <a:ext cx="822960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57200" y="2331720"/>
            <a:ext cx="64008" cy="12344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2" name="Text 9"/>
          <p:cNvSpPr/>
          <p:nvPr/>
        </p:nvSpPr>
        <p:spPr>
          <a:xfrm>
            <a:off x="731520" y="237744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Icon Set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731520" y="2679192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“Generate 4 flat icons: handshake, lightbulb, bar chart, target. Consistent style, navy blue, white background.”</a:t>
            </a:r>
            <a:endParaRPr lang="en-US" sz="110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3200400"/>
            <a:ext cx="201168" cy="20116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005840" y="318211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for “consistent style” across icons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457200" y="3703320"/>
            <a:ext cx="822960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457200" y="3703320"/>
            <a:ext cx="64008" cy="12344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8" name="Text 14"/>
          <p:cNvSpPr/>
          <p:nvPr/>
        </p:nvSpPr>
        <p:spPr>
          <a:xfrm>
            <a:off x="731520" y="374904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Diagram</a:t>
            </a:r>
            <a:endParaRPr lang="en-US" sz="1300" dirty="0"/>
          </a:p>
        </p:txBody>
      </p:sp>
      <p:sp>
        <p:nvSpPr>
          <p:cNvPr id="19" name="Text 15"/>
          <p:cNvSpPr/>
          <p:nvPr/>
        </p:nvSpPr>
        <p:spPr>
          <a:xfrm>
            <a:off x="731520" y="4050792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“Show a 4-step flow: Identify → Analyze → Implement → Review. Rounded boxes with arrows, corporate style, green/gray tones.”</a:t>
            </a:r>
            <a:endParaRPr lang="en-US" sz="1100" dirty="0"/>
          </a:p>
        </p:txBody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4572000"/>
            <a:ext cx="201168" cy="201168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005840" y="455371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the exact layout you want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0" y="47548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3657600" cy="3657600"/>
          </a:xfrm>
          <a:prstGeom prst="ellipse">
            <a:avLst/>
          </a:prstGeom>
          <a:solidFill>
            <a:srgbClr val="0F3460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3200400"/>
            <a:ext cx="3200400" cy="3200400"/>
          </a:xfrm>
          <a:prstGeom prst="ellipse">
            <a:avLst/>
          </a:prstGeom>
          <a:solidFill>
            <a:srgbClr val="0D9488">
              <a:alpha val="30000"/>
            </a:srgbClr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23360" y="914400"/>
            <a:ext cx="1097280" cy="10972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0" y="219456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Building Presentations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1371600" y="320040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Structure, outline, and draft entire decks with AI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0" y="47548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F8C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1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Presentations — From Idea to Slides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393192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960120"/>
            <a:ext cx="64008" cy="34747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0515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Presentation Outline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1417320"/>
            <a:ext cx="3474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“Create a 10-slide presentation about ‘Remote Work Best Practices’ for office managers who are not very technical. For each slide, give me: the title, 3–4 bullet points, and a visual suggestion. Keep it simple and practical.”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329184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get: </a:t>
            </a:r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complete structure with content and visual ideas, ready to build into slides.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0" y="960120"/>
            <a:ext cx="393192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960120"/>
            <a:ext cx="64008" cy="16002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0" y="10515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Speaker Notes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029200" y="1371600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 have slides: Revenue, Products, Regional, Challenges, Goals. Write 4–5 sentence speaker notes for each in a confident tone.”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54880" y="2834640"/>
            <a:ext cx="393192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54880" y="2834640"/>
            <a:ext cx="64008" cy="160020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15" name="Text 13"/>
          <p:cNvSpPr/>
          <p:nvPr/>
        </p:nvSpPr>
        <p:spPr>
          <a:xfrm>
            <a:off x="5029200" y="29260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→ Slides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029200" y="3246120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“Convert my 2-page sustainability report into 7 slides. Extract key points, simplify language, suggest titles.”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0" y="47548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3657600" cy="3657600"/>
          </a:xfrm>
          <a:prstGeom prst="ellipse">
            <a:avLst/>
          </a:prstGeom>
          <a:solidFill>
            <a:srgbClr val="0F3460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3200400"/>
            <a:ext cx="3200400" cy="3200400"/>
          </a:xfrm>
          <a:prstGeom prst="ellipse">
            <a:avLst/>
          </a:prstGeom>
          <a:solidFill>
            <a:srgbClr val="0D9488">
              <a:alpha val="30000"/>
            </a:srgbClr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23360" y="914400"/>
            <a:ext cx="1097280" cy="10972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0" y="219456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Fetching &amp; Organizing Data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1371600" y="320040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Collect, compare, analyze, and structure information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0" y="47548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F8C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1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Tasks — Prompts &amp; Use Cases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822960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960120"/>
            <a:ext cx="64008" cy="11887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03327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 Tables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1344168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“Create a comparison table of the top 5 project management tools. Compare by: price, ease of use, best for, key features. Format as a clean table.”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331720"/>
            <a:ext cx="822960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2331720"/>
            <a:ext cx="64008" cy="11887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40487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Feedback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31520" y="2715768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“Analyze these customer comments: give me top 3 complaints, top 3 praises, and overall sentiment. [Paste data below]”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703320"/>
            <a:ext cx="822960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3703320"/>
            <a:ext cx="64008" cy="118872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377647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Sample Data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31520" y="4087368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“Generate 20 rows of employee data as CSV: Name, Department, Start Date, Salary (30k-90k), Rating (1-5). Ready for Excel.”</a:t>
            </a:r>
            <a:endParaRPr lang="en-US" sz="1100" dirty="0"/>
          </a:p>
        </p:txBody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434840"/>
            <a:ext cx="228600" cy="228600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777240" y="4407408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upload files (Excel, CSV, PDF) to Claude or ChatGPT and ask AI to analyze or transform your data.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0" y="47548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18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3657600" cy="3657600"/>
          </a:xfrm>
          <a:prstGeom prst="ellipse">
            <a:avLst/>
          </a:prstGeom>
          <a:solidFill>
            <a:srgbClr val="0F3460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3200400"/>
            <a:ext cx="3200400" cy="3200400"/>
          </a:xfrm>
          <a:prstGeom prst="ellipse">
            <a:avLst/>
          </a:prstGeom>
          <a:solidFill>
            <a:srgbClr val="0D9488">
              <a:alpha val="30000"/>
            </a:srgbClr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23360" y="914400"/>
            <a:ext cx="1097280" cy="10972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0" y="219456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Writing Emails &amp; Messages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1371600" y="320040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professional communications in seconds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0" y="47548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F8C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18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1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Emails — The Right Words, Fast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2560320" cy="3383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960120"/>
            <a:ext cx="2560320" cy="54864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08760" y="118872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17373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Apology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40080" y="2103120"/>
            <a:ext cx="21945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“Write an empathetic reply to a client whose order arrived late and damaged. Apologize, offer replacement + 15% discount. Under 150 words.”</a:t>
            </a:r>
            <a:endParaRPr lang="en-US" sz="10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3794760"/>
            <a:ext cx="182880" cy="18288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896112" y="37673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 specific details</a:t>
            </a:r>
            <a:endParaRPr lang="en-US" sz="900" dirty="0"/>
          </a:p>
        </p:txBody>
      </p:sp>
      <p:sp>
        <p:nvSpPr>
          <p:cNvPr id="11" name="Shape 7"/>
          <p:cNvSpPr/>
          <p:nvPr/>
        </p:nvSpPr>
        <p:spPr>
          <a:xfrm>
            <a:off x="3291840" y="960120"/>
            <a:ext cx="2560320" cy="3383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3291840" y="960120"/>
            <a:ext cx="2560320" cy="54864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3400" y="1188720"/>
            <a:ext cx="457200" cy="4572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474720" y="17373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Meeting Follow-up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3474720" y="2103120"/>
            <a:ext cx="21945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“Follow-up email: campaign launches Mar 15, budget €25k, Sarah leads. Action items: timeline by Friday, audit by Mar 1.”</a:t>
            </a:r>
            <a:endParaRPr lang="en-US" sz="10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74720" y="3794760"/>
            <a:ext cx="182880" cy="18288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3730752" y="37673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all names and dates</a:t>
            </a:r>
            <a:endParaRPr lang="en-US" sz="900" dirty="0"/>
          </a:p>
        </p:txBody>
      </p:sp>
      <p:sp>
        <p:nvSpPr>
          <p:cNvPr id="18" name="Shape 12"/>
          <p:cNvSpPr/>
          <p:nvPr/>
        </p:nvSpPr>
        <p:spPr>
          <a:xfrm>
            <a:off x="6126480" y="960120"/>
            <a:ext cx="2560320" cy="3383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126480" y="960120"/>
            <a:ext cx="2560320" cy="54864"/>
          </a:xfrm>
          <a:prstGeom prst="rect">
            <a:avLst/>
          </a:prstGeom>
          <a:solidFill>
            <a:srgbClr val="E94560"/>
          </a:solidFill>
          <a:ln/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78040" y="1188720"/>
            <a:ext cx="457200" cy="45720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6309360" y="17373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 Message</a:t>
            </a:r>
            <a:endParaRPr lang="en-US" sz="1400" dirty="0"/>
          </a:p>
        </p:txBody>
      </p:sp>
      <p:sp>
        <p:nvSpPr>
          <p:cNvPr id="22" name="Text 15"/>
          <p:cNvSpPr/>
          <p:nvPr/>
        </p:nvSpPr>
        <p:spPr>
          <a:xfrm>
            <a:off x="6309360" y="2103120"/>
            <a:ext cx="21945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“Message to a colleague missing deadlines. Direct but respectful. Offer support. Warm but firm. For Slack.”</a:t>
            </a:r>
            <a:endParaRPr lang="en-US" sz="1000" dirty="0"/>
          </a:p>
        </p:txBody>
      </p:sp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09360" y="3794760"/>
            <a:ext cx="182880" cy="182880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6565392" y="37673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the tone you want</a:t>
            </a:r>
            <a:endParaRPr lang="en-US" sz="900" dirty="0"/>
          </a:p>
        </p:txBody>
      </p:sp>
      <p:sp>
        <p:nvSpPr>
          <p:cNvPr id="25" name="Text 17"/>
          <p:cNvSpPr/>
          <p:nvPr/>
        </p:nvSpPr>
        <p:spPr>
          <a:xfrm>
            <a:off x="0" y="47548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18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3657600" cy="3657600"/>
          </a:xfrm>
          <a:prstGeom prst="ellipse">
            <a:avLst/>
          </a:prstGeom>
          <a:solidFill>
            <a:srgbClr val="0F3460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3200400"/>
            <a:ext cx="3200400" cy="3200400"/>
          </a:xfrm>
          <a:prstGeom prst="ellipse">
            <a:avLst/>
          </a:prstGeom>
          <a:solidFill>
            <a:srgbClr val="0D9488">
              <a:alpha val="30000"/>
            </a:srgbClr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23360" y="914400"/>
            <a:ext cx="1097280" cy="10972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0" y="219456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Summarizing Documents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1371600" y="320040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long texts into concise, actionable summaries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0" y="47548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F8C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18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1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Summarize Anything — In the Format You Need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822960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960120"/>
            <a:ext cx="64008" cy="11887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03327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1344168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“Summarize this report in 3 parts: (1) one-paragraph executive summary (max 5 sentences), (2) key findings as bullet list (max 7), (3) recommended next steps. Simple language for a non-technical manager.”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331720"/>
            <a:ext cx="822960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2331720"/>
            <a:ext cx="64008" cy="11887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40487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Meeting → Action Items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31520" y="2715768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“From this meeting transcript, extract: (1) all decisions made, (2) action items with owner and deadline, (3) unresolved questions needing follow-up.”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703320"/>
            <a:ext cx="822960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3703320"/>
            <a:ext cx="64008" cy="118872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377647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3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Simplify Technical Docs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31520" y="4087368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“Rewrite this IT security policy in plain language for all employees. Avoid jargon. If a technical term is needed, explain it in parentheses. Keep same structure.”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0" y="47548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18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3657600" cy="3657600"/>
          </a:xfrm>
          <a:prstGeom prst="ellipse">
            <a:avLst/>
          </a:prstGeom>
          <a:solidFill>
            <a:srgbClr val="0F3460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3200400"/>
            <a:ext cx="3200400" cy="3200400"/>
          </a:xfrm>
          <a:prstGeom prst="ellipse">
            <a:avLst/>
          </a:prstGeom>
          <a:solidFill>
            <a:srgbClr val="0D9488">
              <a:alpha val="30000"/>
            </a:srgbClr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23360" y="914400"/>
            <a:ext cx="1097280" cy="10972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0" y="219456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Simple Automations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1371600" y="320040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AI create formulas, templates, and shortcuts for you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0" y="47548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F8C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18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1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Automate Repetitive Work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393192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960120"/>
            <a:ext cx="64008" cy="20116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0515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/ Sheets Formulas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3474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“Column A = names, B = department, C = sales. I need: total sales per department, highlight sales below 1000 in red, summary with average/min/max. Explain each formula.”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54880" y="960120"/>
            <a:ext cx="393192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960120"/>
            <a:ext cx="64008" cy="20116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0" y="10515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Renaming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029200" y="1371600"/>
            <a:ext cx="3474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 have 200 photos named IMG_3847.jpg. Rename them to Vacation_Portugal_001.jpg. Step-by-step for Windows, no extra software.”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200400"/>
            <a:ext cx="822960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3200400"/>
            <a:ext cx="64008" cy="118872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32918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Reusable Email Templates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31520" y="361188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 send the same email to new clients weekly. Only the client name, company, meeting date, and link change. Create a Gmail template with those 4 fields, plus a pre-send checklist.”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0" y="47548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18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3657600" cy="3657600"/>
          </a:xfrm>
          <a:prstGeom prst="ellipse">
            <a:avLst/>
          </a:prstGeom>
          <a:solidFill>
            <a:srgbClr val="0F3460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3200400"/>
            <a:ext cx="3200400" cy="3200400"/>
          </a:xfrm>
          <a:prstGeom prst="ellipse">
            <a:avLst/>
          </a:prstGeom>
          <a:solidFill>
            <a:srgbClr val="0D9488">
              <a:alpha val="30000"/>
            </a:srgbClr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23360" y="914400"/>
            <a:ext cx="1097280" cy="10972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0" y="219456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Learning &amp; Research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1371600" y="320040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as your patient, always-available tutor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0" y="47548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F8C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18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1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Secret: Write Better Prompts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8229600" cy="640080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987552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88720" y="8686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Formula:  Role  +  Task  +  Context  +  Format  +  Constraints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457200" y="1691640"/>
            <a:ext cx="384048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856232"/>
            <a:ext cx="320040" cy="32004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05840" y="173736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 Specific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“Write an email” but “Apology email to client, offer 10% discount”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4663440" y="1691640"/>
            <a:ext cx="384048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0600" y="1856232"/>
            <a:ext cx="320040" cy="32004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5212080" y="173736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Audience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“For non-technical managers” or “for a 10-year-old”</a:t>
            </a:r>
            <a:endParaRPr lang="en-US" sz="1200" dirty="0"/>
          </a:p>
        </p:txBody>
      </p:sp>
      <p:sp>
        <p:nvSpPr>
          <p:cNvPr id="13" name="Shape 8"/>
          <p:cNvSpPr/>
          <p:nvPr/>
        </p:nvSpPr>
        <p:spPr>
          <a:xfrm>
            <a:off x="457200" y="2514600"/>
            <a:ext cx="384048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2679192"/>
            <a:ext cx="320040" cy="32004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005840" y="256032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the Format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“As a table”, “in 3 paragraphs”, “as a step-by-step guide”</a:t>
            </a:r>
            <a:endParaRPr lang="en-US" sz="1200" dirty="0"/>
          </a:p>
        </p:txBody>
      </p:sp>
      <p:sp>
        <p:nvSpPr>
          <p:cNvPr id="16" name="Shape 10"/>
          <p:cNvSpPr/>
          <p:nvPr/>
        </p:nvSpPr>
        <p:spPr>
          <a:xfrm>
            <a:off x="4663440" y="2514600"/>
            <a:ext cx="384048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00600" y="2679192"/>
            <a:ext cx="320040" cy="32004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5212080" y="256032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Context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“I’m a small business owner” or “for a team of 20”</a:t>
            </a:r>
            <a:endParaRPr lang="en-US" sz="1200" dirty="0"/>
          </a:p>
        </p:txBody>
      </p:sp>
      <p:sp>
        <p:nvSpPr>
          <p:cNvPr id="19" name="Shape 12"/>
          <p:cNvSpPr/>
          <p:nvPr/>
        </p:nvSpPr>
        <p:spPr>
          <a:xfrm>
            <a:off x="457200" y="3337560"/>
            <a:ext cx="384048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4360" y="3502152"/>
            <a:ext cx="320040" cy="320040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1005840" y="338328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Constraints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“Under 200 words”, “formal tone”, “only EU regulations”</a:t>
            </a:r>
            <a:endParaRPr lang="en-US" sz="1200" dirty="0"/>
          </a:p>
        </p:txBody>
      </p:sp>
      <p:sp>
        <p:nvSpPr>
          <p:cNvPr id="22" name="Shape 14"/>
          <p:cNvSpPr/>
          <p:nvPr/>
        </p:nvSpPr>
        <p:spPr>
          <a:xfrm>
            <a:off x="4663440" y="3337560"/>
            <a:ext cx="384048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pic>
        <p:nvPicPr>
          <p:cNvPr id="2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00600" y="3502152"/>
            <a:ext cx="320040" cy="320040"/>
          </a:xfrm>
          <a:prstGeom prst="rect">
            <a:avLst/>
          </a:prstGeom>
        </p:spPr>
      </p:pic>
      <p:sp>
        <p:nvSpPr>
          <p:cNvPr id="24" name="Text 15"/>
          <p:cNvSpPr/>
          <p:nvPr/>
        </p:nvSpPr>
        <p:spPr>
          <a:xfrm>
            <a:off x="5212080" y="338328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a Role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“Act as a marketing expert” or “You are a patient teacher”</a:t>
            </a:r>
            <a:endParaRPr lang="en-US" sz="1200" dirty="0"/>
          </a:p>
        </p:txBody>
      </p:sp>
      <p:sp>
        <p:nvSpPr>
          <p:cNvPr id="25" name="Shape 16"/>
          <p:cNvSpPr/>
          <p:nvPr/>
        </p:nvSpPr>
        <p:spPr>
          <a:xfrm>
            <a:off x="457200" y="4160520"/>
            <a:ext cx="384048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pic>
        <p:nvPicPr>
          <p:cNvPr id="26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4360" y="4325112"/>
            <a:ext cx="320040" cy="320040"/>
          </a:xfrm>
          <a:prstGeom prst="rect">
            <a:avLst/>
          </a:prstGeom>
        </p:spPr>
      </p:pic>
      <p:sp>
        <p:nvSpPr>
          <p:cNvPr id="27" name="Text 17"/>
          <p:cNvSpPr/>
          <p:nvPr/>
        </p:nvSpPr>
        <p:spPr>
          <a:xfrm>
            <a:off x="1005840" y="420624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Examples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“Here’s the style I like: [example]. Write similar.”</a:t>
            </a:r>
            <a:endParaRPr lang="en-US" sz="1200" dirty="0"/>
          </a:p>
        </p:txBody>
      </p:sp>
      <p:sp>
        <p:nvSpPr>
          <p:cNvPr id="28" name="Shape 18"/>
          <p:cNvSpPr/>
          <p:nvPr/>
        </p:nvSpPr>
        <p:spPr>
          <a:xfrm>
            <a:off x="4663440" y="4160520"/>
            <a:ext cx="384048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pic>
        <p:nvPicPr>
          <p:cNvPr id="29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00600" y="4325112"/>
            <a:ext cx="320040" cy="320040"/>
          </a:xfrm>
          <a:prstGeom prst="rect">
            <a:avLst/>
          </a:prstGeom>
        </p:spPr>
      </p:pic>
      <p:sp>
        <p:nvSpPr>
          <p:cNvPr id="30" name="Text 19"/>
          <p:cNvSpPr/>
          <p:nvPr/>
        </p:nvSpPr>
        <p:spPr>
          <a:xfrm>
            <a:off x="5212080" y="420624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Iterate!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“Make it shorter”, “Simpler language”, “Add an example”</a:t>
            </a:r>
            <a:endParaRPr lang="en-US" sz="1200" dirty="0"/>
          </a:p>
        </p:txBody>
      </p:sp>
      <p:sp>
        <p:nvSpPr>
          <p:cNvPr id="31" name="Text 20"/>
          <p:cNvSpPr/>
          <p:nvPr/>
        </p:nvSpPr>
        <p:spPr>
          <a:xfrm>
            <a:off x="0" y="47548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18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1828800"/>
            <a:ext cx="3657600" cy="3657600"/>
          </a:xfrm>
          <a:prstGeom prst="ellipse">
            <a:avLst/>
          </a:prstGeom>
          <a:solidFill>
            <a:srgbClr val="0D9488">
              <a:alpha val="2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400800" y="-914400"/>
            <a:ext cx="3657600" cy="3657600"/>
          </a:xfrm>
          <a:prstGeom prst="ellipse">
            <a:avLst/>
          </a:prstGeom>
          <a:solidFill>
            <a:srgbClr val="E94560">
              <a:alpha val="20000"/>
            </a:srgbClr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0" y="914400"/>
            <a:ext cx="914400" cy="9144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192024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Start Experimenting!</a:t>
            </a:r>
            <a:endParaRPr lang="en-US" sz="4200" dirty="0"/>
          </a:p>
        </p:txBody>
      </p:sp>
      <p:sp>
        <p:nvSpPr>
          <p:cNvPr id="6" name="Text 3"/>
          <p:cNvSpPr/>
          <p:nvPr/>
        </p:nvSpPr>
        <p:spPr>
          <a:xfrm>
            <a:off x="1371600" y="283464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better you communicate what you need,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better results you’ll get.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371600" y="356616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are no “wrong” prompts. Every interaction is a learning opportunity.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371600" y="420624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8C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 to the full guide document for all examples with detailed explanations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0" y="47548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18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Practical AI Skills - A Beginner-Friendly Guide</dc:title>
  <dc:subject>PptxGenJS Presentation</dc:subject>
  <dc:creator>AI Skills Guide</dc:creator>
  <cp:lastModifiedBy>AI Skills Guide</cp:lastModifiedBy>
  <cp:revision>1</cp:revision>
  <dcterms:created xsi:type="dcterms:W3CDTF">2026-02-27T22:32:31Z</dcterms:created>
  <dcterms:modified xsi:type="dcterms:W3CDTF">2026-02-27T22:32:31Z</dcterms:modified>
</cp:coreProperties>
</file>